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mKj18oqbl4ARBzvw9Px6Q4JIn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199" r="199" t="0"/>
          <a:stretch/>
        </p:blipFill>
        <p:spPr>
          <a:xfrm>
            <a:off x="-35700" y="0"/>
            <a:ext cx="9210675" cy="5165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flip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blem Statement&#10;• Unexpected machine failures cause downtime and financial losses.• Traditional maintenance is reactive or time-based.• Existing prediction systems often cannot explain why a failure occurred.• Engineers spend significant time investigating root causes.&#10;MY SECOND SLIDE CONTAIN THIS CAN YOU MAKE THE SLIDE MORE ATTRACTIVE BY ADDING THE BEAUTIFUL TEMPLETE INTO IT"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posed Solution&#10;Develop an AI-powered platform that:• Monitors machine health in real time• Predicts failures before they occur• Estimates Remaining Useful Life (RUL)• Generates a Failure Black Box for post-failure investigation&#10;THIS IS MY 3RD MAKE THIS SLIDE WITH BEAUTIFUL TEMPLETE BUT THE THEME SHOULD BE PREVIOUS SLIDE SO IT LOOK MORE BALANCED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-35700" y="0"/>
            <a:ext cx="9210675" cy="514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Unique Innovation: Failure Black Box&#10;Automatically stores:• Last 24 hours of sensor history• AI predictions• Health score• Timeline of events• Probable root causeEnables engineers to replay and analyze failures.&#10;THIS IS MY 5TH SLIDE MAKE THIS SLIDE BEAUTIFUL TEMPLETE BUT KEEP THE THEME SAME AS OF THE PREVIOUS SLIDE SO IT COULD LOOK BALANCED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4200" y="0"/>
            <a:ext cx="9198200" cy="52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ystem Architecture&#10;Users → Authentication → Backend API → ML Engine → MySQL Database                              ↘ Dashboard ↙Modules: Prediction | RUL | Black Box | Reports&#10;THIS IS MY 6TH SLIDE MAKE THIS SLIDE BEAUTIFUL TEMPLETE BUT KEEP THE THEME SAME AS OF THE PREVIOUS SLIDE SO IT COULD LOOK BALANCED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nology Stack&#10;Frontend: React.jsBackend: Flask/FastAPIML: Python, Scikit-learn, XGBoostDatabase: MySQLVisualization: PlotlyAuthentication: JWT + Password Hashing&#10;THIS IS MY 7TH SLIDE MAKE THIS SLIDE BEAUTIFUL TEMPLETE BUT KEEP THE THEME SAME AS OF THE PREVIOUS SLIDE SO IT COULD LOOK BALANCED"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curity &amp; Deployment&#10;• Secure Login &amp; Role-Based Access• Password Hashing• JWT Authentication• SQL Injection Protection• Deploy Frontend + Backend + Database on Cloud&#10;&#10;THIS IS MY 8TH SLIDE MAKE THIS SLIDE BEAUTIFUL TEMPLETE BUT KEEP THE THEME SAME AS OF THE PREVIOUS SLIDE SO IT COULD LOOK BALANCED"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pected Impact&#10;• Reduced downtime• Faster root cause analysis• Better maintenance planning• Lower maintenance cost• Industrial decision support platform&#10;THIS IS MY 9TH SLIDE MAKE THIS SLIDE BEAUTIFUL TEMPLETE BUT KEEP THE THEME SAME AS OF THE PREVIOUS SLIDE SO IT COULD LOOK BALANCED"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ture Scope &amp; Conclusion&#10;Future Scope:• IoT integration• Digital Twin• Multi-factory monitoring• Mobile alertsThank YouQuestions?&#10;THIS IS MY 10TH SLIDE AND LAST SLIDE MAKE THIS SLIDE BEAUTIFUL TEMPLETE BUT KEEP THE THEME SAME AS OF THE PREVIOUS SLIDE SO IT COULD LOOK BALANCED"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PRANAV BADE</dc:creator>
</cp:coreProperties>
</file>